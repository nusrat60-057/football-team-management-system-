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92000"/>
  <p:notesSz cx="6858000" cy="9144000"/>
  <p:embeddedFontLst>
    <p:embeddedFont>
      <p:font typeface="Play"/>
      <p:regular r:id="rId16"/>
      <p:bold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+LtL/OKZ1UqfKyhOQv2NtmA7yO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lay-bold.fntdata"/><Relationship Id="rId16" Type="http://schemas.openxmlformats.org/officeDocument/2006/relationships/font" Target="fonts/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26d3e1a9d1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g326d3e1a9d1_0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26d3e1a9d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26d3e1a9d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26d3e1a9d1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26d3e1a9d1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26d3e1a9d1_0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26d3e1a9d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2" name="Google Shape;82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4" name="Google Shape;8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5" name="Google Shape;8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Relationship Id="rId4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jp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Relationship Id="rId4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 txBox="1"/>
          <p:nvPr>
            <p:ph type="ctrTitle"/>
          </p:nvPr>
        </p:nvSpPr>
        <p:spPr>
          <a:xfrm>
            <a:off x="1255060" y="5279511"/>
            <a:ext cx="9681882" cy="7398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4400"/>
              <a:buFont typeface="Play"/>
              <a:buNone/>
            </a:pPr>
            <a:r>
              <a:rPr b="1" lang="en-US" sz="4400">
                <a:solidFill>
                  <a:srgbClr val="262626"/>
                </a:solidFill>
              </a:rPr>
              <a:t>Football Management System</a:t>
            </a:r>
            <a:endParaRPr/>
          </a:p>
        </p:txBody>
      </p:sp>
      <p:pic>
        <p:nvPicPr>
          <p:cNvPr descr="Football Black And White Ball Sport Powerpoint Background For Free Download  - Slidesdocs" id="99" name="Google Shape;99;p1"/>
          <p:cNvPicPr preferRelativeResize="0"/>
          <p:nvPr/>
        </p:nvPicPr>
        <p:blipFill rotWithShape="1">
          <a:blip r:embed="rId3">
            <a:alphaModFix/>
          </a:blip>
          <a:srcRect b="10416" l="0" r="0" t="3749"/>
          <a:stretch/>
        </p:blipFill>
        <p:spPr>
          <a:xfrm>
            <a:off x="20" y="10"/>
            <a:ext cx="12191979" cy="5886523"/>
          </a:xfrm>
          <a:custGeom>
            <a:rect b="b" l="l" r="r" t="t"/>
            <a:pathLst>
              <a:path extrusionOk="0" h="5886533" w="12191999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/>
          <p:nvPr/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rgbClr val="0A3041"/>
              </a:gs>
              <a:gs pos="100000">
                <a:srgbClr val="000000"/>
              </a:gs>
            </a:gsLst>
            <a:lin ang="138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0">
                <a:srgbClr val="0F4861">
                  <a:alpha val="58823"/>
                </a:srgbClr>
              </a:gs>
              <a:gs pos="1000">
                <a:srgbClr val="0F4861">
                  <a:alpha val="58823"/>
                </a:srgb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"/>
          <p:cNvSpPr/>
          <p:nvPr/>
        </p:nvSpPr>
        <p:spPr>
          <a:xfrm flipH="1" rot="5400000">
            <a:off x="2663054" y="-2653923"/>
            <a:ext cx="6858001" cy="12165846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3000">
                <a:srgbClr val="0A3041">
                  <a:alpha val="0"/>
                </a:srgbClr>
              </a:gs>
              <a:gs pos="99000">
                <a:srgbClr val="000000">
                  <a:alpha val="27843"/>
                </a:srgbClr>
              </a:gs>
              <a:gs pos="100000">
                <a:srgbClr val="000000">
                  <a:alpha val="27843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2"/>
          <p:cNvSpPr/>
          <p:nvPr/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0">
                <a:srgbClr val="0A3041">
                  <a:alpha val="0"/>
                </a:srgbClr>
              </a:gs>
              <a:gs pos="13000">
                <a:srgbClr val="0A3041">
                  <a:alpha val="0"/>
                </a:srgbClr>
              </a:gs>
              <a:gs pos="99000">
                <a:srgbClr val="0F4861">
                  <a:alpha val="49803"/>
                </a:srgbClr>
              </a:gs>
              <a:gs pos="100000">
                <a:srgbClr val="0F4861">
                  <a:alpha val="49803"/>
                </a:srgbClr>
              </a:gs>
            </a:gsLst>
            <a:lin ang="6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"/>
          <p:cNvSpPr/>
          <p:nvPr/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0">
                <a:srgbClr val="000000">
                  <a:alpha val="34901"/>
                </a:srgbClr>
              </a:gs>
              <a:gs pos="13000">
                <a:srgbClr val="000000">
                  <a:alpha val="34901"/>
                </a:srgbClr>
              </a:gs>
              <a:gs pos="99000">
                <a:srgbClr val="0F4861">
                  <a:alpha val="0"/>
                </a:srgbClr>
              </a:gs>
              <a:gs pos="100000">
                <a:srgbClr val="0F4861">
                  <a:alpha val="0"/>
                </a:srgbClr>
              </a:gs>
            </a:gsLst>
            <a:lin ang="4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2"/>
          <p:cNvSpPr/>
          <p:nvPr/>
        </p:nvSpPr>
        <p:spPr>
          <a:xfrm>
            <a:off x="987713" y="4049"/>
            <a:ext cx="10216576" cy="4729040"/>
          </a:xfrm>
          <a:custGeom>
            <a:rect b="b" l="l" r="r" t="t"/>
            <a:pathLst>
              <a:path extrusionOk="0" h="4729040" w="10216576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0">
                <a:srgbClr val="0A3041">
                  <a:alpha val="3921"/>
                </a:srgbClr>
              </a:gs>
              <a:gs pos="7000">
                <a:srgbClr val="0A3041">
                  <a:alpha val="3921"/>
                </a:srgbClr>
              </a:gs>
              <a:gs pos="99000">
                <a:srgbClr val="156082">
                  <a:alpha val="23921"/>
                </a:srgbClr>
              </a:gs>
              <a:gs pos="100000">
                <a:srgbClr val="156082">
                  <a:alpha val="23921"/>
                </a:srgbClr>
              </a:gs>
            </a:gsLst>
            <a:lin ang="10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2"/>
          <p:cNvSpPr txBox="1"/>
          <p:nvPr>
            <p:ph type="title"/>
          </p:nvPr>
        </p:nvSpPr>
        <p:spPr>
          <a:xfrm>
            <a:off x="2026693" y="2905433"/>
            <a:ext cx="8147713" cy="1827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Play"/>
              <a:buNone/>
            </a:pPr>
            <a:r>
              <a:rPr lang="en-US" sz="4800">
                <a:solidFill>
                  <a:srgbClr val="FFFFFF"/>
                </a:solidFill>
              </a:rPr>
              <a:t>Team Members</a:t>
            </a:r>
            <a:br>
              <a:rPr lang="en-US" sz="48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b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NAME: Nusrat Rahman Aurna</a:t>
            </a:r>
            <a:b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100">
                <a:solidFill>
                  <a:srgbClr val="FFFFFF"/>
                </a:solidFill>
              </a:rPr>
              <a:t>ID: 2023-3-60-057</a:t>
            </a:r>
            <a:br>
              <a:rPr lang="en-US" sz="3100">
                <a:solidFill>
                  <a:srgbClr val="FFFFFF"/>
                </a:solidFill>
              </a:rPr>
            </a:br>
            <a:br>
              <a:rPr lang="en-US" sz="3100">
                <a:solidFill>
                  <a:srgbClr val="FFFFFF"/>
                </a:solidFill>
              </a:rPr>
            </a:br>
            <a: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NAME: Sadia Hasan Munmun</a:t>
            </a:r>
            <a:b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100">
                <a:solidFill>
                  <a:srgbClr val="FFFFFF"/>
                </a:solidFill>
              </a:rPr>
              <a:t>ID: 2023-3-60-070</a:t>
            </a:r>
            <a:br>
              <a:rPr lang="en-US" sz="3100">
                <a:solidFill>
                  <a:srgbClr val="FFFFFF"/>
                </a:solidFill>
              </a:rPr>
            </a:br>
            <a:br>
              <a:rPr lang="en-US" sz="3100">
                <a:solidFill>
                  <a:srgbClr val="FFFFFF"/>
                </a:solidFill>
              </a:rPr>
            </a:br>
            <a: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NAME: Zeba Tahira</a:t>
            </a:r>
            <a:b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100">
                <a:solidFill>
                  <a:srgbClr val="FFFFFF"/>
                </a:solidFill>
              </a:rPr>
              <a:t>ID: 2023-3-60-076</a:t>
            </a:r>
            <a:br>
              <a:rPr lang="en-US" sz="3100">
                <a:solidFill>
                  <a:srgbClr val="FFFFFF"/>
                </a:solidFill>
              </a:rPr>
            </a:br>
            <a:br>
              <a:rPr lang="en-US" sz="3100">
                <a:solidFill>
                  <a:srgbClr val="FFFFFF"/>
                </a:solidFill>
              </a:rPr>
            </a:br>
            <a: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NAME: Abdullah Al Usaeed Chowdhury</a:t>
            </a:r>
            <a:br>
              <a:rPr lang="en-US" sz="31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</a:br>
            <a:r>
              <a:rPr lang="en-US" sz="3100">
                <a:solidFill>
                  <a:srgbClr val="FFFFFF"/>
                </a:solidFill>
              </a:rPr>
              <a:t>ID: 2023-3-60-028</a:t>
            </a:r>
            <a:br>
              <a:rPr lang="en-US" sz="3100">
                <a:solidFill>
                  <a:srgbClr val="FFFFFF"/>
                </a:solidFill>
              </a:rPr>
            </a:br>
            <a:br>
              <a:rPr lang="en-US" sz="2400">
                <a:solidFill>
                  <a:srgbClr val="FFFFFF"/>
                </a:solidFill>
              </a:rPr>
            </a:br>
            <a:br>
              <a:rPr lang="en-US" sz="2400">
                <a:solidFill>
                  <a:srgbClr val="FFFFFF"/>
                </a:solidFill>
              </a:rPr>
            </a:br>
            <a:br>
              <a:rPr lang="en-US" sz="2400">
                <a:solidFill>
                  <a:srgbClr val="FFFFFF"/>
                </a:solidFill>
              </a:rPr>
            </a:br>
            <a:br>
              <a:rPr lang="en-US" sz="2400">
                <a:solidFill>
                  <a:srgbClr val="FFFFFF"/>
                </a:solidFill>
              </a:rPr>
            </a:br>
            <a:br>
              <a:rPr lang="en-US" sz="2400">
                <a:solidFill>
                  <a:srgbClr val="FFFFFF"/>
                </a:solidFill>
              </a:rPr>
            </a:br>
            <a:br>
              <a:rPr lang="en-US" sz="2400">
                <a:solidFill>
                  <a:srgbClr val="FFFFFF"/>
                </a:solidFill>
              </a:rPr>
            </a:br>
            <a:endParaRPr sz="2400">
              <a:solidFill>
                <a:srgbClr val="FFFFFF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football ball with a crowd of people&#10;&#10;Description automatically generated" id="117" name="Google Shape;117;p3"/>
          <p:cNvPicPr preferRelativeResize="0"/>
          <p:nvPr/>
        </p:nvPicPr>
        <p:blipFill rotWithShape="1">
          <a:blip r:embed="rId3">
            <a:alphaModFix amt="35000"/>
          </a:blip>
          <a:srcRect b="19323" l="0" r="0" t="889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Play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The goal of the Football Management System is to simplify and streamline football-related tasks. It focuses on efficiently managing teams, players, coaches, match schedules, and other operations, providing a centralized platform for all football management needs.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None/>
            </a:pPr>
            <a:r>
              <a:t/>
            </a:r>
            <a:endParaRPr b="0" i="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"/>
          <p:cNvSpPr/>
          <p:nvPr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187388" y="181576"/>
            <a:ext cx="11823637" cy="650108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black wall with lights&#10;&#10;Description automatically generated" id="125" name="Google Shape;125;p4"/>
          <p:cNvPicPr preferRelativeResize="0"/>
          <p:nvPr/>
        </p:nvPicPr>
        <p:blipFill rotWithShape="1">
          <a:blip r:embed="rId3">
            <a:alphaModFix amt="60000"/>
          </a:blip>
          <a:srcRect b="0" l="0" r="0" t="2271"/>
          <a:stretch/>
        </p:blipFill>
        <p:spPr>
          <a:xfrm>
            <a:off x="180975" y="182880"/>
            <a:ext cx="11823637" cy="6499784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4"/>
          <p:cNvSpPr txBox="1"/>
          <p:nvPr>
            <p:ph idx="1" type="body"/>
          </p:nvPr>
        </p:nvSpPr>
        <p:spPr>
          <a:xfrm>
            <a:off x="838200" y="2008682"/>
            <a:ext cx="10165218" cy="1420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None/>
            </a:pPr>
            <a:r>
              <a:rPr b="1" lang="en-US" sz="8800">
                <a:solidFill>
                  <a:srgbClr val="FFFFFF"/>
                </a:solidFill>
              </a:rPr>
              <a:t>UML DIAGRAM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potlights on a black surface&#10;&#10;Description automatically generated with medium confidence" id="131" name="Google Shape;131;p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5774" l="0" r="-2" t="0"/>
          <a:stretch/>
        </p:blipFill>
        <p:spPr>
          <a:xfrm>
            <a:off x="-6588" y="10"/>
            <a:ext cx="12198588" cy="685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75" y="208775"/>
            <a:ext cx="11251175" cy="6360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spotlights on a black surface&#10;&#10;Description automatically generated with medium confidence" id="137" name="Google Shape;137;g326d3e1a9d1_0_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5775" l="0" r="0" t="0"/>
          <a:stretch/>
        </p:blipFill>
        <p:spPr>
          <a:xfrm>
            <a:off x="-6588" y="10"/>
            <a:ext cx="121986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26d3e1a9d1_0_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275" y="542250"/>
            <a:ext cx="10939825" cy="5625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26d3e1a9d1_0_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9275" y="5094925"/>
            <a:ext cx="10939825" cy="15301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6"/>
          <p:cNvSpPr txBox="1"/>
          <p:nvPr>
            <p:ph idx="1" type="body"/>
          </p:nvPr>
        </p:nvSpPr>
        <p:spPr>
          <a:xfrm>
            <a:off x="474650" y="45900"/>
            <a:ext cx="11473200" cy="66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9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We added a method in the main method Football Management System where the user verifies their credentials for role-based access.</a:t>
            </a:r>
            <a:endParaRPr sz="29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t/>
            </a:r>
            <a:endParaRPr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pic>
        <p:nvPicPr>
          <p:cNvPr id="145" name="Google Shape;145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0050" y="1928775"/>
            <a:ext cx="5091899" cy="441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26d3e1a9d1_0_0"/>
          <p:cNvSpPr txBox="1"/>
          <p:nvPr>
            <p:ph idx="1" type="body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Then the Main menu opens according the role, from where </a:t>
            </a:r>
            <a:endParaRPr sz="29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we can get the player menu, coach menu, </a:t>
            </a:r>
            <a:endParaRPr sz="29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and admin menu.</a:t>
            </a:r>
            <a:endParaRPr sz="29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32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highlight>
                <a:schemeClr val="lt1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1" name="Google Shape;151;g326d3e1a9d1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3475" y="1890650"/>
            <a:ext cx="3757000" cy="4845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g326d3e1a9d1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9788" y="2013900"/>
            <a:ext cx="3579924" cy="4697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g326d3e1a9d1_0_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309035" y="2013900"/>
            <a:ext cx="3756990" cy="469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26d3e1a9d1_0_32"/>
          <p:cNvSpPr txBox="1"/>
          <p:nvPr>
            <p:ph idx="1" type="body"/>
          </p:nvPr>
        </p:nvSpPr>
        <p:spPr>
          <a:xfrm>
            <a:off x="75" y="175"/>
            <a:ext cx="12192000" cy="6858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highlight>
                <a:schemeClr val="dk1"/>
              </a:highlight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400">
                <a:solidFill>
                  <a:schemeClr val="lt1"/>
                </a:solidFill>
                <a:highlight>
                  <a:schemeClr val="dk1"/>
                </a:highlight>
                <a:latin typeface="Play"/>
                <a:ea typeface="Play"/>
                <a:cs typeface="Play"/>
                <a:sym typeface="Play"/>
              </a:rPr>
              <a:t>C0NCLUSION </a:t>
            </a:r>
            <a:endParaRPr b="1" sz="3400">
              <a:solidFill>
                <a:schemeClr val="lt1"/>
              </a:solidFill>
              <a:highlight>
                <a:schemeClr val="dk1"/>
              </a:highlight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400">
              <a:solidFill>
                <a:schemeClr val="lt1"/>
              </a:solidFill>
              <a:highlight>
                <a:schemeClr val="dk1"/>
              </a:highlight>
              <a:latin typeface="Play"/>
              <a:ea typeface="Play"/>
              <a:cs typeface="Play"/>
              <a:sym typeface="Play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lt1"/>
                </a:solidFill>
                <a:highlight>
                  <a:schemeClr val="dk1"/>
                </a:highlight>
                <a:latin typeface="Play"/>
                <a:ea typeface="Play"/>
                <a:cs typeface="Play"/>
                <a:sym typeface="Play"/>
              </a:rPr>
              <a:t>The Football Management System Java project effectively combines different features to handle teams, players, matches, and performance information. It offers a simple way for administrators to keep track of team stats, set up matches, and handle player details. The system shows how to use object-oriented programming in a useful way and offers an easy-to-use interface to help with managing and making decisions in the sport. </a:t>
            </a:r>
            <a:r>
              <a:rPr lang="en-US">
                <a:solidFill>
                  <a:schemeClr val="lt1"/>
                </a:solidFill>
                <a:highlight>
                  <a:schemeClr val="dk1"/>
                </a:highlight>
                <a:latin typeface="Play"/>
                <a:ea typeface="Play"/>
                <a:cs typeface="Play"/>
                <a:sym typeface="Play"/>
              </a:rPr>
              <a:t>                                                                                                                                                                                                           </a:t>
            </a:r>
            <a:endParaRPr>
              <a:solidFill>
                <a:schemeClr val="lt1"/>
              </a:solidFill>
              <a:highlight>
                <a:schemeClr val="dk1"/>
              </a:highlight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26d3e1a9d1_0_37"/>
          <p:cNvSpPr txBox="1"/>
          <p:nvPr>
            <p:ph idx="1" type="body"/>
          </p:nvPr>
        </p:nvSpPr>
        <p:spPr>
          <a:xfrm>
            <a:off x="838200" y="875725"/>
            <a:ext cx="10515600" cy="53010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chemeClr val="lt1"/>
                </a:solidFill>
              </a:rPr>
              <a:t>  </a:t>
            </a:r>
            <a:endParaRPr b="1" sz="3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37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88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>THANK YOU</a:t>
            </a:r>
            <a:endParaRPr b="1" sz="88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2025-01-16T06:43:47Z</dcterms:created>
  <dc:creator>Softlab License2</dc:creator>
</cp:coreProperties>
</file>